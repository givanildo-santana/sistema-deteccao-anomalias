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7240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5406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9521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902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6073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0213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2682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5860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655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918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55198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190019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9975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4068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5679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01377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1094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5E47A1-8007-4E5F-A68B-E6F49FDD3CAA}" type="datetimeFigureOut">
              <a:rPr lang="pt-BR" smtClean="0"/>
              <a:t>25/02/2026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6645A-D659-4050-BFCA-3D99316CEB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21664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2A432D-39EF-1FCD-F23F-02F95490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171" y="347472"/>
            <a:ext cx="8825658" cy="1553316"/>
          </a:xfrm>
        </p:spPr>
        <p:txBody>
          <a:bodyPr/>
          <a:lstStyle/>
          <a:p>
            <a:pPr algn="ctr"/>
            <a:r>
              <a:rPr lang="pt-BR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 de Detecção de Anomalias para Monitoramento Ambiental</a:t>
            </a:r>
            <a:r>
              <a:rPr lang="pt-BR" sz="1200" dirty="0"/>
              <a:t/>
            </a:r>
            <a:br>
              <a:rPr lang="pt-BR" sz="1200" dirty="0"/>
            </a:br>
            <a:endParaRPr lang="pt-BR" sz="12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4FA9ABB-212C-13C6-79FC-3550871794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0051" y="5892948"/>
            <a:ext cx="5648181" cy="480420"/>
          </a:xfrm>
        </p:spPr>
        <p:txBody>
          <a:bodyPr>
            <a:normAutofit/>
          </a:bodyPr>
          <a:lstStyle/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atividade prática supervisionada – APS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843C121-AE69-443D-A757-FAA646A2DCBB}"/>
              </a:ext>
            </a:extLst>
          </p:cNvPr>
          <p:cNvSpPr txBox="1"/>
          <p:nvPr/>
        </p:nvSpPr>
        <p:spPr>
          <a:xfrm>
            <a:off x="2679192" y="2432304"/>
            <a:ext cx="67025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Clayton Maciel Tancredo – RA: N017EE0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Givanildo Santana Ribeiro – RA: N02G552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Luis Felipe Nassif – RA: N032EJ0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10A2A04-0939-9E1B-F3EF-C9B4D16A8545}"/>
              </a:ext>
            </a:extLst>
          </p:cNvPr>
          <p:cNvSpPr txBox="1"/>
          <p:nvPr/>
        </p:nvSpPr>
        <p:spPr>
          <a:xfrm>
            <a:off x="8881197" y="4752919"/>
            <a:ext cx="3255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Curso: Ciência da Computação </a:t>
            </a:r>
          </a:p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Orientador: Prof. Marco Gomes</a:t>
            </a:r>
          </a:p>
        </p:txBody>
      </p:sp>
    </p:spTree>
    <p:extLst>
      <p:ext uri="{BB962C8B-B14F-4D97-AF65-F5344CB8AC3E}">
        <p14:creationId xmlns:p14="http://schemas.microsoft.com/office/powerpoint/2010/main" val="1743175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3D3840-288B-E0A3-2CCA-A80F3EDB6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3441257" cy="827442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Introdução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A50B6BC-F445-CAF3-D2A9-765B09FAD9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6111" y="1513091"/>
            <a:ext cx="4575113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Ambientes industriais e laboratoriais apresentam riscos ambientais.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Vazamentos de gás e variações ambientais podem causar acidentes.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pt-B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ensores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físicos, sistemas embarcados e algoritmos de </a:t>
            </a:r>
            <a:r>
              <a:rPr lang="pt-B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ML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surge como uma alternativa </a:t>
            </a:r>
            <a:r>
              <a:rPr lang="pt-B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eficiente para o problema.</a:t>
            </a:r>
            <a:endParaRPr lang="pt-BR" alt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3458" y="1280160"/>
            <a:ext cx="5491065" cy="3660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996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4F2A5C-7FF0-E986-F90F-F89518050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Objetivo do Projeto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C5CEAA-B658-5254-8A3E-5FA2976EA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853248"/>
            <a:ext cx="4992688" cy="3614864"/>
          </a:xfrm>
        </p:spPr>
        <p:txBody>
          <a:bodyPr>
            <a:normAutofit fontScale="92500" lnSpcReduction="10000"/>
          </a:bodyPr>
          <a:lstStyle/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Desenvolver um sistema capaz de detectar anomalias ambientais em tempo real utilizando sensores e Machine Learning</a:t>
            </a:r>
          </a:p>
          <a:p>
            <a:pPr algn="just">
              <a:lnSpc>
                <a:spcPct val="150000"/>
              </a:lnSpc>
            </a:pPr>
            <a:r>
              <a:rPr lang="pt-BR" altLang="pt-BR" sz="1800" dirty="0">
                <a:latin typeface="Arial" panose="020B0604020202020204" pitchFamily="34" charset="0"/>
              </a:rPr>
              <a:t>Coletar dados com sensores MQ2, MQ7 e DHT22</a:t>
            </a:r>
          </a:p>
          <a:p>
            <a:pPr algn="just">
              <a:lnSpc>
                <a:spcPct val="150000"/>
              </a:lnSpc>
            </a:pPr>
            <a:r>
              <a:rPr lang="pt-BR" altLang="pt-BR" sz="1800" dirty="0">
                <a:latin typeface="Arial" panose="020B0604020202020204" pitchFamily="34" charset="0"/>
              </a:rPr>
              <a:t>Processar dados via Python</a:t>
            </a:r>
          </a:p>
          <a:p>
            <a:pPr algn="just">
              <a:lnSpc>
                <a:spcPct val="150000"/>
              </a:lnSpc>
            </a:pPr>
            <a:r>
              <a:rPr lang="pt-BR" altLang="pt-BR" sz="1800" dirty="0">
                <a:latin typeface="Arial" panose="020B0604020202020204" pitchFamily="34" charset="0"/>
              </a:rPr>
              <a:t>Aplicar modelo de detecção de anomalias</a:t>
            </a:r>
          </a:p>
          <a:p>
            <a:pPr algn="just">
              <a:lnSpc>
                <a:spcPct val="150000"/>
              </a:lnSpc>
            </a:pPr>
            <a:r>
              <a:rPr lang="pt-BR" altLang="pt-BR" sz="1800" dirty="0">
                <a:latin typeface="Arial" panose="020B0604020202020204" pitchFamily="34" charset="0"/>
              </a:rPr>
              <a:t>Acionar alerta físico</a:t>
            </a:r>
          </a:p>
          <a:p>
            <a:pPr mar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0B8ECBD-7AFB-AEA4-1639-0D2376D68B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9070" y="1891740"/>
            <a:ext cx="5306820" cy="3537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90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33A2B-8456-694B-F9BF-2680E14FD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8388161" cy="882306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8F28D4-6BEF-271D-19D2-ED1136904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813751"/>
            <a:ext cx="3889313" cy="3242882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Teórica: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 das Coisas (IoT)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Sistemas Embarcados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Comunicação Serial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</a:t>
            </a:r>
          </a:p>
          <a:p>
            <a:pPr algn="just">
              <a:lnSpc>
                <a:spcPct val="150000"/>
              </a:lnSpc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Isolation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Forest</a:t>
            </a:r>
          </a:p>
          <a:p>
            <a:pPr marL="0" indent="0">
              <a:lnSpc>
                <a:spcPct val="150000"/>
              </a:lnSpc>
              <a:buNone/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190A0432-8748-6D7F-5BDE-1CFC010565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43600" y="1886902"/>
            <a:ext cx="5190489" cy="3460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986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3BA738-A938-41DA-FEF7-C952EF2E7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81722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UTILIZADO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087C4342-03E0-CFB4-2344-EF3F912BCE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6111" y="2421821"/>
            <a:ext cx="4249881" cy="25355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Arduino (microcontrolador principal)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Sensor MQ2 (gases inflamáveis)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Sensor MQ7 (monóxido de carbono)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Sensor DHT22 (temperatura e umidade)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LED (sinalização visual)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Buzzer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(alerta sonoro)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0B8ECBD-7AFB-AEA4-1639-0D2376D68B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481" y="1946555"/>
            <a:ext cx="5361061" cy="365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08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D0A353-BBF3-990A-E1EB-8F4C9FF46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8598473" cy="790866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PROCESSAMENTO DOS DADOS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AED9977-F3B7-9FFC-7C20-4E71772F67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6111" y="2344088"/>
            <a:ext cx="2749471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Comunicação serial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Validação de dados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Buffers de leitura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Média móvel</a:t>
            </a: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Padronização dos dados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B7A1BA1-4A4E-3041-1AC2-2B99597212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816" y="1243584"/>
            <a:ext cx="6160073" cy="516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07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3774F-56D8-5722-06CA-9833AA47E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78541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 DE MACHINE LEARNING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8B855D-7629-8FE8-98AA-A41BBBE07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119" y="1799844"/>
            <a:ext cx="3422970" cy="4195481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Isolation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Forest: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Algoritmo não supervisionado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Isola anomalias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Baseado em árvores aleatórias</a:t>
            </a:r>
          </a:p>
          <a:p>
            <a:pPr algn="just">
              <a:lnSpc>
                <a:spcPct val="150000"/>
              </a:lnSpc>
            </a:pP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eficiência computacional</a:t>
            </a:r>
          </a:p>
          <a:p>
            <a:pPr algn="just">
              <a:lnSpc>
                <a:spcPct val="150000"/>
              </a:lnSpc>
            </a:pPr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6FA0644-C08F-FE1C-5F22-95543000E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68975" y="1799844"/>
            <a:ext cx="4887466" cy="3258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8657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E0087F-DB55-2B10-D7CC-2FBB73FFD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5C44E9D-37A2-381B-396E-A0350DFFAB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6111" y="1539412"/>
            <a:ext cx="5449889" cy="37791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pt-BR" sz="1800" dirty="0"/>
              <a:t>O sistema demonstrou viabilidade funcional dentro do escopo proposto.</a:t>
            </a:r>
          </a:p>
          <a:p>
            <a:pPr marL="0" indent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pt-BR" sz="1800" dirty="0"/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pt-BR" alt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Comunicação serial estável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pt-BR" alt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Redução de ruídos com médias móveis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pt-BR" alt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Detecção eficaz de alterações bruscas</a:t>
            </a: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pt-BR" alt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Acionamento correto do LED e </a:t>
            </a:r>
            <a:r>
              <a:rPr lang="pt-BR" alt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buzzer</a:t>
            </a:r>
            <a:endParaRPr lang="pt-BR" alt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pt-BR" alt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 operando em tempo real</a:t>
            </a:r>
          </a:p>
          <a:p>
            <a:pPr marL="0" indent="0" algn="just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pt-BR" sz="1800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0719" y="1688841"/>
            <a:ext cx="5444620" cy="362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891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560915-1DFF-BA8E-7D3F-803A52D8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4081337" cy="1019466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F060C-6C03-CEE5-2471-386DDE299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787743"/>
            <a:ext cx="10930193" cy="4323808"/>
          </a:xfrm>
        </p:spPr>
        <p:txBody>
          <a:bodyPr>
            <a:normAutofit/>
          </a:bodyPr>
          <a:lstStyle/>
          <a:p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projeto demonstrou a viabilidade da integração entre IoT e Machine Learning para monitoramento ambiental em tempo real.</a:t>
            </a:r>
          </a:p>
          <a:p>
            <a:endParaRPr lang="pt-BR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arquitetura em camadas, aliada ao uso do algoritmo </a:t>
            </a:r>
            <a:r>
              <a:rPr lang="pt-BR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Isolation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Forest, permitiu identificar anomalias de forma eficiente e reduzir falsos positivos</a:t>
            </a:r>
            <a:r>
              <a:rPr lang="pt-B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 </a:t>
            </a:r>
            <a:r>
              <a:rPr lang="pt-BR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resultados confirmam o potencial da solução para aplicações práticas em ambientes que exigem monitoramento contínuo de variáveis críticas.</a:t>
            </a:r>
          </a:p>
          <a:p>
            <a:endParaRPr lang="pt-B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3543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293B43-1AE1-1829-9A34-CD2CC8C5E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68165"/>
            <a:ext cx="12192000" cy="152166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23768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">
  <a:themeElements>
    <a:clrScheme name="Í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Í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137</TotalTime>
  <Words>316</Words>
  <Application>Microsoft Office PowerPoint</Application>
  <PresentationFormat>Widescreen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Century Gothic</vt:lpstr>
      <vt:lpstr>Times New Roman</vt:lpstr>
      <vt:lpstr>Wingdings 3</vt:lpstr>
      <vt:lpstr>Íon</vt:lpstr>
      <vt:lpstr>Sistema de Detecção de Anomalias para Monitoramento Ambiental </vt:lpstr>
      <vt:lpstr>Introdução</vt:lpstr>
      <vt:lpstr>Objetivo do Projeto</vt:lpstr>
      <vt:lpstr>FUNDAMENTAÇÃO TEÓRICA</vt:lpstr>
      <vt:lpstr>HARDWARE UTILIZADO</vt:lpstr>
      <vt:lpstr>PROCESSAMENTO DOS DADOS</vt:lpstr>
      <vt:lpstr>MODELO DE MACHINE LEARNING</vt:lpstr>
      <vt:lpstr>RESULTADOS</vt:lpstr>
      <vt:lpstr>Conclusão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Detecção de Anomalias para Monitoramento Ambiental</dc:title>
  <dc:creator>luis nassif</dc:creator>
  <cp:lastModifiedBy>Clayton</cp:lastModifiedBy>
  <cp:revision>8</cp:revision>
  <dcterms:created xsi:type="dcterms:W3CDTF">2026-02-25T19:14:27Z</dcterms:created>
  <dcterms:modified xsi:type="dcterms:W3CDTF">2026-02-26T00:43:39Z</dcterms:modified>
</cp:coreProperties>
</file>