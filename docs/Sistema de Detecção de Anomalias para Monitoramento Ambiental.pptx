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24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40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521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90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07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21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68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86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65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91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5519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9001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975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06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679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137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109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C5E47A1-8007-4E5F-A68B-E6F49FDD3CAA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6645A-D659-4050-BFCA-3D99316CEB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1664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A432D-39EF-1FCD-F23F-02F95490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347472"/>
            <a:ext cx="8825658" cy="1553316"/>
          </a:xfrm>
        </p:spPr>
        <p:txBody>
          <a:bodyPr/>
          <a:lstStyle/>
          <a:p>
            <a:pPr algn="ctr"/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Detecção de Anomalias para Monitoramento Ambiental</a:t>
            </a:r>
            <a:br>
              <a:rPr lang="pt-BR" sz="1200" dirty="0"/>
            </a:br>
            <a:endParaRPr lang="pt-BR" sz="1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FA9ABB-212C-13C6-79FC-355087179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51" y="5892948"/>
            <a:ext cx="5648181" cy="480420"/>
          </a:xfrm>
        </p:spPr>
        <p:txBody>
          <a:bodyPr>
            <a:normAutofit/>
          </a:bodyPr>
          <a:lstStyle/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atividade prática supervisionada – APS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43C121-AE69-443D-A757-FAA646A2DCBB}"/>
              </a:ext>
            </a:extLst>
          </p:cNvPr>
          <p:cNvSpPr txBox="1"/>
          <p:nvPr/>
        </p:nvSpPr>
        <p:spPr>
          <a:xfrm>
            <a:off x="2679192" y="2432304"/>
            <a:ext cx="6702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Clayton Maciel Tancredo – RA: N017EE0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Givanildo Santana Ribeiro – RA: N02G552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Luis Felipe Nassif – RA: N032EJ0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0A2A04-0939-9E1B-F3EF-C9B4D16A8545}"/>
              </a:ext>
            </a:extLst>
          </p:cNvPr>
          <p:cNvSpPr txBox="1"/>
          <p:nvPr/>
        </p:nvSpPr>
        <p:spPr>
          <a:xfrm>
            <a:off x="8881197" y="4752919"/>
            <a:ext cx="3255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Curso: Ciência da Computação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Orientador: Prof. Marco Gomes</a:t>
            </a:r>
          </a:p>
        </p:txBody>
      </p:sp>
    </p:spTree>
    <p:extLst>
      <p:ext uri="{BB962C8B-B14F-4D97-AF65-F5344CB8AC3E}">
        <p14:creationId xmlns:p14="http://schemas.microsoft.com/office/powerpoint/2010/main" val="174317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D3840-288B-E0A3-2CCA-A80F3EDB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3441257" cy="82744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50B6BC-F445-CAF3-D2A9-765B09FAD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513091"/>
            <a:ext cx="4575113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Ambientes industriais e laboratoriais apresentam riscos ambientais.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Vazamentos de gás e variações ambientais podem causar acidentes.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Sensores físicos, sistemas embarcados e algoritmos de ML surge como uma alternativa eficiente para o problema.</a:t>
            </a:r>
            <a:endParaRPr lang="pt-BR" alt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458" y="1280160"/>
            <a:ext cx="5491065" cy="366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9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F2A5C-7FF0-E986-F90F-F89518050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C5CEAA-B658-5254-8A3E-5FA2976EA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4992688" cy="361486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um sistema capaz de detectar anomalias ambientais em tempo real utilizando sensores e Machine Learning</a:t>
            </a:r>
          </a:p>
          <a:p>
            <a:pPr algn="just">
              <a:lnSpc>
                <a:spcPct val="150000"/>
              </a:lnSpc>
            </a:pPr>
            <a:r>
              <a:rPr lang="pt-BR" altLang="pt-BR" sz="1800" dirty="0">
                <a:latin typeface="Arial" panose="020B0604020202020204" pitchFamily="34" charset="0"/>
              </a:rPr>
              <a:t>Coletar dados com sensores MQ2, MQ7 e DHT22</a:t>
            </a:r>
          </a:p>
          <a:p>
            <a:pPr algn="just">
              <a:lnSpc>
                <a:spcPct val="150000"/>
              </a:lnSpc>
            </a:pPr>
            <a:r>
              <a:rPr lang="pt-BR" altLang="pt-BR" sz="1800" dirty="0">
                <a:latin typeface="Arial" panose="020B0604020202020204" pitchFamily="34" charset="0"/>
              </a:rPr>
              <a:t>Processar dados via Python</a:t>
            </a:r>
          </a:p>
          <a:p>
            <a:pPr algn="just">
              <a:lnSpc>
                <a:spcPct val="150000"/>
              </a:lnSpc>
            </a:pPr>
            <a:r>
              <a:rPr lang="pt-BR" altLang="pt-BR" sz="1800" dirty="0">
                <a:latin typeface="Arial" panose="020B0604020202020204" pitchFamily="34" charset="0"/>
              </a:rPr>
              <a:t>Aplicar modelo de detecção de anomalias</a:t>
            </a:r>
          </a:p>
          <a:p>
            <a:pPr algn="just">
              <a:lnSpc>
                <a:spcPct val="150000"/>
              </a:lnSpc>
            </a:pPr>
            <a:r>
              <a:rPr lang="pt-BR" altLang="pt-BR" sz="1800" dirty="0">
                <a:latin typeface="Arial" panose="020B0604020202020204" pitchFamily="34" charset="0"/>
              </a:rPr>
              <a:t>Acionar alerta físico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B8ECBD-7AFB-AEA4-1639-0D2376D68B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70" y="1891740"/>
            <a:ext cx="5306820" cy="353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9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33A2B-8456-694B-F9BF-2680E14F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388161" cy="88230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8F28D4-6BEF-271D-19D2-ED1136904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13751"/>
            <a:ext cx="3889313" cy="32428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Teórica: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das Coisas (IoT)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Embarcados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Serial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algn="just">
              <a:lnSpc>
                <a:spcPct val="150000"/>
              </a:lnSpc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</a:t>
            </a:r>
          </a:p>
          <a:p>
            <a:pPr marL="0" indent="0">
              <a:lnSpc>
                <a:spcPct val="150000"/>
              </a:lnSpc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90A0432-8748-6D7F-5BDE-1CFC01056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3600" y="1886902"/>
            <a:ext cx="5190489" cy="346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98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BA738-A938-41DA-FEF7-C952EF2E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172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UTILIZADO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87C4342-03E0-CFB4-2344-EF3F912BCE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421821"/>
            <a:ext cx="4249881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(microcontrolador principal)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MQ2 (gases inflamáveis)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MQ7 (monóxido de carbono)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DHT22 (temperatura e umidade)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 (sinalização visual)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(alerta sonoro)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B8ECBD-7AFB-AEA4-1639-0D2376D68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81" y="1946555"/>
            <a:ext cx="5361061" cy="365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0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0A353-BBF3-990A-E1EB-8F4C9FF4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598473" cy="79086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 DOS DADOS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ED9977-F3B7-9FFC-7C20-4E71772F6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344088"/>
            <a:ext cx="2749471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serial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Validação de dados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Buffers de leitura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Média móvel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Padronização dos dados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B7A1BA1-4A4E-3041-1AC2-2B9959721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243584"/>
            <a:ext cx="6160073" cy="51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7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3774F-56D8-5722-06CA-9833AA47E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854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MACHINE LEARNING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8B855D-7629-8FE8-98AA-A41BBBE07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19" y="1799844"/>
            <a:ext cx="3422970" cy="419548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Forest: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 não supervisionado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 anomalias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Baseado em árvores aleatórias</a:t>
            </a:r>
          </a:p>
          <a:p>
            <a:pPr algn="just">
              <a:lnSpc>
                <a:spcPct val="150000"/>
              </a:lnSpc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Alta eficiência computacional</a:t>
            </a:r>
          </a:p>
          <a:p>
            <a:pPr algn="just">
              <a:lnSpc>
                <a:spcPct val="150000"/>
              </a:lnSpc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6FA0644-C08F-FE1C-5F22-95543000E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8975" y="1799844"/>
            <a:ext cx="4887466" cy="325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657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0087F-DB55-2B10-D7CC-2FBB73FF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C44E9D-37A2-381B-396E-A0350DFFA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539412"/>
            <a:ext cx="5449889" cy="3779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sz="1800" dirty="0"/>
              <a:t>O sistema demonstrou viabilidade funcional dentro do escopo proposto.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BR" sz="1800" dirty="0"/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serial estável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Redução de ruídos com médias móveis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Detecção eficaz de alterações bruscas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Acionamento correto do LED e </a:t>
            </a:r>
            <a:r>
              <a:rPr lang="pt-BR" alt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endParaRPr lang="pt-BR" alt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operando em tempo real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pt-BR" sz="18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719" y="1688841"/>
            <a:ext cx="5444620" cy="362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9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60915-1DFF-BA8E-7D3F-803A52D8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4081337" cy="101946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F060C-6C03-CEE5-2471-386DDE299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787743"/>
            <a:ext cx="10930193" cy="4323808"/>
          </a:xfrm>
        </p:spPr>
        <p:txBody>
          <a:bodyPr>
            <a:normAutofit/>
          </a:bodyPr>
          <a:lstStyle/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projeto demonstrou a viabilidade da integração entre IoT e Machine Learning para monitoramento ambiental em tempo real.</a:t>
            </a:r>
          </a:p>
          <a:p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arquitetura em camadas, aliada ao uso do algoritmo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Forest, permitiu identificar anomalias de forma eficiente e reduzir falsos positivos.</a:t>
            </a:r>
          </a:p>
          <a:p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resultados confirmam o potencial da solução para aplicações práticas em ambientes que exigem monitoramento contínuo de variáveis críticas.</a:t>
            </a:r>
          </a:p>
          <a:p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54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293B43-1AE1-1829-9A34-CD2CC8C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68165"/>
            <a:ext cx="12192000" cy="15216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237684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292</TotalTime>
  <Words>317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Íon</vt:lpstr>
      <vt:lpstr>Sistema de Detecção de Anomalias para Monitoramento Ambiental </vt:lpstr>
      <vt:lpstr>Introdução</vt:lpstr>
      <vt:lpstr>Objetivo do Projeto</vt:lpstr>
      <vt:lpstr>FUNDAMENTAÇÃO TEÓRICA</vt:lpstr>
      <vt:lpstr>HARDWARE UTILIZADO</vt:lpstr>
      <vt:lpstr>PROCESSAMENTO DOS DADOS</vt:lpstr>
      <vt:lpstr>MODELO DE MACHINE LEARNING</vt:lpstr>
      <vt:lpstr>RESULTADOS</vt:lpstr>
      <vt:lpstr>Conclusão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Detecção de Anomalias para Monitoramento Ambiental</dc:title>
  <dc:creator>luis nassif</dc:creator>
  <cp:lastModifiedBy>Givanildo Santana</cp:lastModifiedBy>
  <cp:revision>9</cp:revision>
  <dcterms:created xsi:type="dcterms:W3CDTF">2026-02-25T19:14:27Z</dcterms:created>
  <dcterms:modified xsi:type="dcterms:W3CDTF">2026-02-27T02:26:26Z</dcterms:modified>
</cp:coreProperties>
</file>